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Prometheus v4.0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金融级AI交易系统架构介绍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5943600"/>
            <a:ext cx="54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项目概述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系统定位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Prometheus v4.0 是一个金融级的AI自主交易系统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专为OKX交易所设计，支持实盘与模拟盘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采用多Agent协同架构，实现完全自主交易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核心特性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三层架构：战略-运营-执行清晰分离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Agent完全自主：每个Agent独立决策、独立交易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双账簿系统：公共账簿监管 + 私有账簿决策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实时交易：支持7x24小时无人值守运行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系统架构：三层设计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第一层：Mastermind（主脑）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战略级别决策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市场分析与公告发布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最高权限，可读写所有账簿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第二层：Supervisor（监督者）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运营级别管理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接收Agent交易请求并验证执行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管理公共账簿，监控所有Agent表现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第三层：Agent（智能体）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执行级别操作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独立分析市场，自主决策交易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管理自己的私有账簿，向Supervisor提交交易请求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Agent自主交易系统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完全自主模式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每个Agent拥有独立的交易决策权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无需集体共识，无需等待其他Agent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每个Agent管理自己的虚拟账户（初始1000 USDT）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Agent个性化系统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基因系统：每个Agent有独特的DNA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性格特征：乐观度、风险偏好、激进程度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多样化策略：乐观派、悲观派、激进派、保守派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进化机制：优胜劣汰，基因传承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双账簿系统：金融级风控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公共账簿（PublicLedger）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Supervisor管理和维护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记录所有Agent的交易历史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用于监管、统计、排名、归档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Mastermind和Supervisor可读写，Agent只读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私有账簿（PrivateLedger）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每个Agent独立管理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记录自己的资金状态、持仓、交易历史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Agent根据私有账簿做决策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Agent可读写自己的，Supervisor和Mastermind可读所有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访问控制矩阵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确保数据安全、职责清晰、权限分离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实时交易功能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OKX交易所集成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使用CCXT库统一接口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支持现货、永续合约交易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实盘/模拟盘一键切换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交易执行流程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1. Mastermind发布市场分析公告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2. Agent接收公告，查询私有账簿，决策交易信号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3. Agent向Supervisor提交交易请求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4. Supervisor验证请求合法性（余额、持仓）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5. Supervisor执行真实交易，更新双账簿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持仓管理与风控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持仓追踪系统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每个Agent的实际持仓记录在私有账簿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Supervisor实时同步交易所持仓数据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防止重复开仓、非法平仓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风险控制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资金检查：确保余额充足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持仓检查：开仓前检查是否已持仓，平仓前检查是否有仓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交易精度：自动适配OKX最小精度要求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reduceOnly模式：平仓专用，避免反向开仓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当前运行状态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系统部署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10个Agent同时运行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总资金池：124,699 USDT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检查周期：20秒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✓ 运行模式：7x24小时无人值守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最新测试结果（2025-12-03）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交易信号生成：7买 / 0卖 / 3观望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交易执行成功率：100%（7笔开多订单）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日志输出优化：-80%冗余信息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系统稳定性：完美运行中 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技术栈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核心技术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语言：Python 3.14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AI模型：OpenAI GPT-4 Turbo / GPT-4o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交易接口：CCXT（统一交易所API）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</a:defRPr>
            </a:pPr>
            <a:r>
              <a:t>• 数据处理：Pandas, NumPy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关键模块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prometheus/core/mastermind.py - 主脑决策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prometheus/core/supervisor.py - 运营管理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prometheus/core/agent_v4.py - 智能体决策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prometheus/core/ledger_system.py - 双账簿系统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• prometheus/connectors/okx_paper_trading.py - 交易执行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已完成功能 ✓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三层架构完整实现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Agent完全自主交易模式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双账簿系统（公共+私有）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访问控制与权限管理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OKX交易所实盘集成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持仓追踪与风险控制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日志系统优化（彻夜运行模式）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Agent决策信号生成修复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实时市场数据获取</a:t>
            </a:r>
          </a:p>
          <a:p>
            <a:pPr>
              <a:spcAft>
                <a:spcPts val="800"/>
              </a:spcAft>
              <a:defRPr sz="2000" b="0">
                <a:solidFill>
                  <a:srgbClr val="000000"/>
                </a:solidFill>
              </a:defRPr>
            </a:pPr>
            <a:r>
              <a:t>✓ 性能排名与统计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TODO：宕机恢复系统（1/2）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第一阶段：数据持久化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公共账簿持久化（JSON格式）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所有私有账簿持久化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Agent完整状态保存（基因、性格、记忆）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Valhalla英灵殿数据持久化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第二阶段：数据恢复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重启时自动加载所有账簿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重建所有Agent实例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恢复Agent决策上下文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恢复Valhalla历史记录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TODO：宕机恢复系统（2/2）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第三阶段：三方对账与纠错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从OKX获取实际持仓和账户余额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三方数据对比：</a:t>
            </a:r>
          </a:p>
          <a:p>
            <a:pPr lvl="1"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t>   - 公共账簿 vs 私有账簿 vs OKX交易所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发现不一致时的纠错策略：</a:t>
            </a:r>
          </a:p>
          <a:p>
            <a:pPr lvl="1"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t>   - 持仓差异：以OKX为准，回写账簿</a:t>
            </a:r>
          </a:p>
          <a:p>
            <a:pPr lvl="1"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t>   - 余额差异：以OKX为准，重新计算PnL</a:t>
            </a:r>
          </a:p>
          <a:p>
            <a:pPr lvl="1"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t>   - 交易缺失：补全到公共账簿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对账完成后才允许恢复交易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生成对账报告，记录所有修正操作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TODO：其他功能优化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性能监控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Agent表现实时仪表板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盈亏曲线可视化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交易成功率统计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风险管理增强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单Agent最大持仓限制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全局风险敞口控制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止损/止盈自动触发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t>Agent进化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表现最差Agent淘汰机制</a:t>
            </a:r>
          </a:p>
          <a:p>
            <a:pPr>
              <a:spcAft>
                <a:spcPts val="800"/>
              </a:spcAft>
              <a:defRPr sz="1600" b="0">
                <a:solidFill>
                  <a:srgbClr val="000000"/>
                </a:solidFill>
              </a:defRPr>
            </a:pPr>
            <a:r>
              <a:t>□ 优秀Agent基因遗传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系统优势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1. 金融级架构</a:t>
            </a:r>
          </a:p>
          <a:p>
            <a:pPr>
              <a:spcAft>
                <a:spcPts val="800"/>
              </a:spcAft>
              <a:defRPr sz="1600" b="0">
                <a:solidFill>
                  <a:srgbClr val="404040"/>
                </a:solidFill>
              </a:defRPr>
            </a:pPr>
            <a:r>
              <a:t>   清晰的职责分离、严格的访问控制、完整的审计追踪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2. 完全自主交易</a:t>
            </a:r>
          </a:p>
          <a:p>
            <a:pPr>
              <a:spcAft>
                <a:spcPts val="800"/>
              </a:spcAft>
              <a:defRPr sz="1600" b="0">
                <a:solidFill>
                  <a:srgbClr val="404040"/>
                </a:solidFill>
              </a:defRPr>
            </a:pPr>
            <a:r>
              <a:t>   无需人工干预、7x24小时运行、快速响应市场变化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3. 多样化策略</a:t>
            </a:r>
          </a:p>
          <a:p>
            <a:pPr>
              <a:spcAft>
                <a:spcPts val="800"/>
              </a:spcAft>
              <a:defRPr sz="1600" b="0">
                <a:solidFill>
                  <a:srgbClr val="404040"/>
                </a:solidFill>
              </a:defRPr>
            </a:pPr>
            <a:r>
              <a:t>   多个Agent并行，不同性格，分散风险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4. 可扩展设计</a:t>
            </a:r>
          </a:p>
          <a:p>
            <a:pPr>
              <a:spcAft>
                <a:spcPts val="800"/>
              </a:spcAft>
              <a:defRPr sz="1600" b="0">
                <a:solidFill>
                  <a:srgbClr val="404040"/>
                </a:solidFill>
              </a:defRPr>
            </a:pPr>
            <a:r>
              <a:t>   易于添加新Agent、支持多交易所、支持多币种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</a:defRPr>
            </a:pPr>
            <a:r>
              <a:t>5. 完整的容错机制</a:t>
            </a:r>
          </a:p>
          <a:p>
            <a:pPr>
              <a:spcAft>
                <a:spcPts val="800"/>
              </a:spcAft>
              <a:defRPr sz="1600" b="0">
                <a:solidFill>
                  <a:srgbClr val="404040"/>
                </a:solidFill>
              </a:defRPr>
            </a:pPr>
            <a:r>
              <a:t>   宕机恢复、数据对账、错误纠正（即将实现）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Prometheus v4.0 - 金融级AI交易系统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5943600"/>
            <a:ext cx="54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